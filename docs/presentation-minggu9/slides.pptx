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TC Avant Garde Gothic" charset="1" panose="020B0502020202020204"/>
      <p:regular r:id="rId14"/>
    </p:embeddedFont>
    <p:embeddedFont>
      <p:font typeface="TT Fors" charset="1" panose="020B0003030001020000"/>
      <p:regular r:id="rId15"/>
    </p:embeddedFont>
    <p:embeddedFont>
      <p:font typeface="TT Fors Bold" charset="1" panose="020B000303000102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682999"/>
            <a:chOff x="0" y="0"/>
            <a:chExt cx="13017500" cy="4910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5EE6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Mengamankan Backend IoT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KABITA - PBL TEK1314 - KELOMPOK 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7352665"/>
            <a:ext cx="7194651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Lead: Olan Elrai Ramotan Sibagariang J0404241158. Blue: Anggi Permana Putra J0404241154. Red: Raka Syauqi Ferdian J0404241112 dan Muhammad Zidan J0404241173.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3300" y="3352800"/>
            <a:ext cx="11201400" cy="3721734"/>
            <a:chOff x="0" y="0"/>
            <a:chExt cx="14935200" cy="496231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018241"/>
              <a:ext cx="14935200" cy="651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pc="-96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Dua kandang untuk kambing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173941"/>
              <a:ext cx="14935200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KABITA menggunakan dua kandang terpisah untuk meningkatkan </a:t>
              </a:r>
              <a:r>
                <a:rPr lang="en-US" b="true" sz="2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efisiensi pemantauan</a:t>
              </a:r>
              <a:r>
                <a:rPr lang="en-US" sz="26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dan manajemen pakan, memastikan setiap kambing mendapatkan perhatian yang optimal dan data akurat.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4935200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299" strike="noStrike" u="none">
                  <a:solidFill>
                    <a:srgbClr val="5EE6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2 Kandang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048854" y="752281"/>
            <a:ext cx="2190291" cy="809819"/>
            <a:chOff x="0" y="0"/>
            <a:chExt cx="2920388" cy="107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194740"/>
            <a:chOff x="0" y="0"/>
            <a:chExt cx="11099800" cy="6926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5EE6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Topologi Jaringan Terisolasi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096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Konfigurasi Lab Tiga Node IoT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81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Jaringan 192.168.4.0/24 terdiri dari tiga node: Kali, Ubuntu, dan Security Onion. Koneksi menggunakan protokol SSH, HTTP, dan PostgreSQL untuk komunikasi yang aman dan efisien dalam pengelolaan data.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EE6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Teknologi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53"/>
            <a:chOff x="0" y="0"/>
            <a:chExt cx="9182100" cy="23876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Nitro menyediakan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optimasi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tambahan untuk aplikasi berbasis Node.js, meningkatkan kecepatan dan responsivitas saat berinteraksi dengan pengguna.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Nitro Framework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6886575" cy="1790753"/>
            <a:chOff x="0" y="0"/>
            <a:chExt cx="9182100" cy="23876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Keamanan jaringan diimplementasikan melalui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UFW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dan Fail2ban untuk melindungi backend dari serangan berbahaya dan akses yang tidak sah.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Keamanan Jaringan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2457450"/>
            <a:ext cx="6886575" cy="1790753"/>
            <a:chOff x="0" y="0"/>
            <a:chExt cx="9182100" cy="238767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Node.js 22 dengan Nitro adalah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fondasi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backend, memberikan performa tinggi dalam pengelolaan request dan respons data.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Node.js 22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7829550"/>
            <a:ext cx="6886575" cy="1790753"/>
            <a:chOff x="0" y="0"/>
            <a:chExt cx="9182100" cy="238767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Dengan pengaturan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layanan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yang tepat, sistem dapat menjaga kestabilan operasional dan meminimalkan potensi downtime selama penggunaan.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Manajemen Layanan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5143500"/>
            <a:ext cx="6886575" cy="1790753"/>
            <a:chOff x="0" y="0"/>
            <a:chExt cx="9182100" cy="23876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Port 80 untuk HTTP, 22 untuk SSH, dan 5432 untuk PostgreSQL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menyediakan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akses yang diperlukan dalam konfigurasi jaringan internal.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Protokol Port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2457450"/>
            <a:ext cx="6886575" cy="1790753"/>
            <a:chOff x="0" y="0"/>
            <a:chExt cx="9182100" cy="238767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34791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PostgreSQL 18 digunakan untuk 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manajemen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database, menawarkan keandalan dan efisiensi dalam menyimpan data telemetri kambing.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PostgreSQL 18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1956435"/>
            <a:chOff x="0" y="0"/>
            <a:chExt cx="3429000" cy="26085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Celah SQL injection ditemukan pada API telemetri yang rentan.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327910"/>
            <a:chOff x="0" y="0"/>
            <a:chExt cx="34290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Kredensial admin123 disimpan dalam bentuk plaintext yang tidak aman.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327910"/>
            <a:chOff x="0" y="0"/>
            <a:chExt cx="34290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Token perangkat statis memungkinkan akses tanpa validasi yang baik.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2699385"/>
            <a:chOff x="0" y="0"/>
            <a:chExt cx="3429000" cy="35991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Telemetri tidak memiliki validasi rentang, menyebabkan data yang tidak akurat.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699385"/>
            <a:chOff x="0" y="0"/>
            <a:chExt cx="3429000" cy="35991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Cookie sesi tanpa tanda tangan meningkatkan risiko penyusupan yang lebih tinggi.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EE6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Enam Celah Sengaja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4010025" cy="1583690"/>
            <a:chOff x="0" y="0"/>
            <a:chExt cx="5346700" cy="21115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53467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Service berhasil berkurang dari 24 ke 18 untuk keamanan lebih baik.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038850"/>
            <a:ext cx="4010025" cy="1955165"/>
            <a:chOff x="0" y="0"/>
            <a:chExt cx="5346700" cy="26068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Baseline mencatat total 482 paket setelah penguatan awal dilakukan.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038850"/>
            <a:ext cx="4010025" cy="1955165"/>
            <a:chOff x="0" y="0"/>
            <a:chExt cx="5346700" cy="26068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53467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Firewall diimplementasikan dengan 10 paket untuk pembaruan terfasa.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34290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EE6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Hasil Hardening Fase 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4198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729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699385"/>
            <a:chOff x="0" y="0"/>
            <a:chExt cx="3429000" cy="35991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RT-01 Discovery menggunakan nmap untuk mengidentifikasi jaringan yang ada.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327910"/>
            <a:chOff x="0" y="0"/>
            <a:chExt cx="34290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RT-02 Brute force mencoba mengakses SSH dengan kredensial lemah.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699385"/>
            <a:chOff x="0" y="0"/>
            <a:chExt cx="3429000" cy="35991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RT-03 SQLi mengeksploitasi kerentanan untuk bypass otentikasi pengguna.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2327910"/>
            <a:chOff x="0" y="0"/>
            <a:chExt cx="3429000" cy="31038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RT-04 Cookie spoofing melakukan pemalsuan sesi untuk akses tidak sah.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327910"/>
            <a:chOff x="0" y="0"/>
            <a:chExt cx="3429000" cy="31038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RT-05 DoS menguji ketahanan dengan menyerang port 80 selama 30 detik.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BBEB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407795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5EE6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Rencana Fase 2 Skenario Penetrasi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588" r="0" b="-5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657600"/>
            <a:chOff x="0" y="0"/>
            <a:chExt cx="11099800" cy="4876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5EE6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Ada Pertanyaan?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KABITA - Mengamankan Backend IoT untuk Kambing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Mengamankan Backend IoT</dc:description>
  <dc:identifier>DAHYwaeBZIo</dc:identifier>
  <dcterms:modified xsi:type="dcterms:W3CDTF">2011-08-01T06:04:30Z</dcterms:modified>
  <cp:revision>1</cp:revision>
  <dc:title>Presentasi - Mengamankan Backend IoT</dc:title>
</cp:coreProperties>
</file>